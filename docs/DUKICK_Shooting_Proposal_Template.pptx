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1371600" cy="914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SHOOTING PROPOSAL</a:t>
            </a:r>
          </a:p>
          <a:p>
            <a:pPr>
              <a:spcBef>
                <a:spcPts val="1400"/>
              </a:spcBef>
              <a:defRPr sz="2200">
                <a:solidFill>
                  <a:srgbClr val="B3B3B3"/>
                </a:solidFill>
                <a:latin typeface="Arial"/>
              </a:defRPr>
            </a:pPr>
            <a:r>
              <a:t>Client: [Tên Khách Hàng] – Dự án: [Tên Dự Án]</a:t>
            </a:r>
            <a:br/>
            <a:r>
              <a:t>DUKICK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Tổng Quan Dự 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Sản phẩm/Dịch vụ: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Thời lượng đề xuất: 30–60 giây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Định dạng đầu ra: Master 4K + Social cuts (9:16, 1:1, 16:9)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Insight cốt lõi: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Mục tiêu truyền thông: Awareness / Conversion / Loyalty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Thời gian bàn giao dự kiến: 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Creative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Tone &amp; Mood: [Ví dụ: Premium / Trẻ trung / Warm / Công nghệ]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Màu sắc chủ đạo: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Nhịp điệu (Pacing):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Âm nhạc &amp; SFX: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Những điều KHÔNG làm (Don’ts): [vd: Không dùng AI-generated face / Không quay ngoài trời mưa]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Key visual reference: 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Narrative &amp; Storyboard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Mở đầu (0–5s): Hook – thu hút sự chú ý trong 3 giây đầu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Thân bài (5–25s): Truyền tải thông điệp + lợi ích sản phẩm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Kết (25–30s): Call-to-action + branding mạnh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Số shot dự kiến: 18–22 shots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Shot backup/dự phòng hậu kỳ: 3–5 shots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Roll-out plan nếu cần pick-up: 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Kế Hoạch Sản Xuất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Pre-production: Concept final → Storyboard → Casting → Location recce → PPM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Số ngày quay dự kiến: 1–2 ngày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Số ngày Offline edit: 3–5 ngày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Số ngày Online (grading + VFX + GFX): 2–3 ngày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Địa điểm quay: Studio / Location / Green screen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Casting: KOL / actor / chính chủ – cần profile trước PPM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Ekip &amp; Thiết Bị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Đạo diễn: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DOP / Camera op: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Producer / PM: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Makeup &amp; Hair + Stylist: …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Camera: [Model] + lens kit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Lighting: [Kit] – thiết lập theo mood đã duyệt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Gimbal / Drone / Motion control (nếu cần): 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Master TVC 4K (ProRes / H.264)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Social cuts: 15s, 30s, 6s bumper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Format ngang &amp; dọc cho Reels / TikTok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Frame grabs cho Key Visual / OOH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Subtitles burned-in &amp; file .srt riêng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Moodboard / stills từ set nếu KH cần cho social bài viết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Ngày 1–3: Finalize concept &amp; storyboard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Ngày 4–7: Casting, location booking, PPM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Ngày 8–9: Quay (1–2 ngày)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Ngày 10–14: Offline edit (client feedback round 1–2)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Ngày 15–18: Online edit (grading, GFX, VFX)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Ngày 19–20: Final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1371600" cy="914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ĐẦU TƯ</a:t>
            </a:r>
          </a:p>
          <a:p>
            <a:pPr>
              <a:spcBef>
                <a:spcPts val="1400"/>
              </a:spcBef>
              <a:defRPr sz="2200">
                <a:solidFill>
                  <a:srgbClr val="B3B3B3"/>
                </a:solidFill>
                <a:latin typeface="Arial"/>
              </a:defRPr>
            </a:pPr>
            <a:r>
              <a:t>Báo giá chi tiết theo từng hạng mục – DuKick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Báo Giá Tổng Quan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Pre-production: Concept + Storyboard + PPM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Production: Crew + Equipment + Location + Talent + Logistics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Post-production: Offline + Online + Sound + VO + VFX (nếu có)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Deliverables: Master + Social cuts + Frame grabs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Giá trên chưa bao gồm VAT (nếu phát sinh)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Phát sinh ngoài scope sẽ được báo trước và phê duyệt bằng văn bản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